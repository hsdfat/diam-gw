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Diameter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AACCDD"/>
                </a:solidFill>
              </a:rPr>
              <a:t>Telco Compliance Refactor — PR 1, 2,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CCDDEE"/>
                </a:solidFill>
              </a:rPr>
              <a:t>TCP source-bound · Per-interface CER · Resilient reconnect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8AABB"/>
                </a:solidFill>
              </a:rPr>
              <a:t>diam-gw  •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we had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Three telco-compliance gaps the previous gateway missed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TCP-only transport — no SCTP, no fallbacks. The DRA tier expects it.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Exactly 4 DRAs × 2 interfaces (S6a + S13) = 8 dedicated TCP connections, always 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Operator-assigned source IP and a fixed source-port range — no OS-ephemeral ports.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Continuous reconnect with full-jitter exponential backoff — never give up.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Per-interface CER: each socket advertises ONLY its own Application-Id.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Per-connection state visible to ops via metrics (PR 5, deferred).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8C99"/>
                </a:solidFill>
              </a:rPr>
              <a:t>Why this matters: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DRA capacity accounting routes off the advertised app-id and the source 5-tuple.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Multiplexing, OS-picked ports, or silent reconnect failures break operator SLAs and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the telco profile certification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4 DRAs × 2 interfaces = 8 source-bound TCP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377440" cy="2286000"/>
          </a:xfrm>
          <a:prstGeom prst="roundRect">
            <a:avLst/>
          </a:prstGeom>
          <a:solidFill>
            <a:srgbClr val="008C99"/>
          </a:solidFill>
          <a:ln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Source IP: 10.x.x.x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Ports: 56000-56050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 slots in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EEEE"/>
                </a:solidFill>
              </a:rPr>
              <a:t>+ TIME_WAIT quarantine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371600"/>
            <a:ext cx="2103120" cy="100584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463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DRA-1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8308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S6a  +  S13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2 dedicated TCP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651760"/>
            <a:ext cx="2103120" cy="100584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7432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DRA-2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0632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S6a  +  S13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918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2 dedicated TCP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931920"/>
            <a:ext cx="2103120" cy="100584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40233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DRA-3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3434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S6a  +  S13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5720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2 dedicated TCP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5212079"/>
            <a:ext cx="2103120" cy="1005840"/>
          </a:xfrm>
          <a:prstGeom prst="roundRect">
            <a:avLst/>
          </a:prstGeom>
          <a:solidFill>
            <a:srgbClr val="0B2A4A"/>
          </a:solidFill>
          <a:ln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5303519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DRA-4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623559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S6a  +  S13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852159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2 dedicated TCP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651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</a:rPr>
              <a:t>8 × TCP  (LocalAddr pinned by portpool)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0175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single writer · DWR/DWA · per-iface 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832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full-jitter backoff · never gives up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08960" y="3840480"/>
            <a:ext cx="5486400" cy="365760"/>
          </a:xfrm>
          <a:prstGeom prst="rightArrow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</a:rPr>
              <a:t>Three packages collaborate: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client/  ←  pkg/connmanager/  →  pkg/portpool/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(connection lifecycle)              (boundary, builds 8 slots)             (source port allocator)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 1  ·  client/connection.go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fix(client): single-writer per conn, full-jitter reconnect, race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8C99"/>
                </a:solidFill>
              </a:rPr>
              <a:t>Bugs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Writer fan-out (8 goroutines on one TCP conn) interleaved Diameter frames at byte level → wire corruption. Now a single writer goroutine.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reconnect() used a fixed sleep and gave up after N tries. Now full-jitter exponential backoff that NEVER stops except on context cancel.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startWatchdog read c.dwrStop through the receiver — raced new connect() writes. Captured into a local under mutex.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startReadLoop type-asserted c.conn AFTER close() set it nil → panic. Snapshot under mutex BEFORE the select; nil-check the local.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ConnectionStats expanded: Reconnects, ReconnectAttempts/Successes/Failures, DialErrors, Drops, CurrentRetryDelay, lastError.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Full-jitter backoff (AWS-recommended)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delay   = rand(0, ceiling)              // jitter the whole interval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ceiling = min(ceiling * backoff, max)   // grow up to MaxReconnectDelay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// loop forever; only ctx.Done() exits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 2  ·  pkg/portpool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feat(portpool): bounded source-port pool with TIME_WAIT quarantine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8C99"/>
                </a:solidFill>
              </a:rPr>
              <a:t>What it 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A bounded set of (SourceIP, port) pairs the operator allocated for this gateway.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Acquire(owner) hands out exactly one port; Release(addr) returns it to a quarantine queue.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Quarantine duration ≥ 2·MSL so the kernel TIME_WAIT clears before the same 5-tuple is reused.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Hard-fail on exhaustion — never silently fall back to OS ephemeral. Exhaustion is a signal, not a hiccup.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Pure Go, no syscalls, no kernel state — testable in unit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Tests  ·  11/11 PASS  (race detector enabled)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$ CGO_ENABLED=1 GOARCH=amd64 go test -race ./pkg/portpool/...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ok   github.com/hsdfat/diam-gw/pkg/portpool   2.4s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Acquire / Release / quarantine reuse / exhaustion / concurrent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stress / stats accounting / owner tagging / double-release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 3  ·  pkg/connmanager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feat(connmanager): per-(DRA, iface) source-bound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08C99"/>
                </a:solidFill>
              </a:rPr>
              <a:t>The boundary between portpool and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Manager owns the portpool and one client.Connection per (DRA, Interface) — exactly 8 slots.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Builds each slot's DRAConfig with AuthAppIDs = [iface.AppID] only. Strict per-interface CER.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Wires Acquire/Release closures into DRAConfig — client/ never imports portpool.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Validation refuses configs where port range ≤ slot count (would starve under quarantine).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Start() dials all 8 in parallel; never blocks on handshake completion.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DRAConfig hooks (closure injection — no import cycle)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// client/config.go — added two function fields, no new imports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AcquireLocalAddr func(owner string) (*net.TCPAddr, error)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ReleaseLocalAddr func(*net.TCPAddr)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// connect() in client/connection.go — pin LocalAddr if hook is set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if c.config.AcquireLocalAddr != nil { dialer.LocalAddr = la 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 3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5/5 PASS  ·  including a real loopback bind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TestNew_Validation — 8 invalid-config cases (nil source IP, dup DRA name, port range too tight, …).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TestNew_BuildsExactly8Slots — every (DRA, interface) key present, none extra.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TestPerInterfaceAuthAppID — each slot's CER advertises exactly one app-id matching its interface.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TestPortHooksWired — pure unit: Acquire hook returns addr in (SourceIP, [MinPort, MaxPort]) and no duplicates.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TestStart_BindsLocalAddr — loopback listener observes accept-side RemoteAddr (= gateway's LocalAddr) inside the pool range.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$ CGO_ENABLED=1 GOARCH=amd64 go test -race ./pkg/connmanager/...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ok   github.com/hsdfat/diam-gw/pkg/connmanager   3.1s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PASS: TestNew_Validation, TestNew_BuildsExactly8Slots,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PASS: TestPerInterfaceAuthAppID, TestPortHooksWired, TestStart_BindsLocalAddr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Commit set on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Three logically clean commits, branch 4 ahead of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274320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5c8104f  feat(connmanager): per-(DRA,iface) source-bound connections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8922f46  feat(portpool):    bounded source-port pool with TIME_WAIT quarantine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95d06d6  fix(client):       single-writer per conn, full-jitter reconnect,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                          race fixes (watchdog stop capture, readloop snapshot)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e458dd6  chore: remove stale docs, summaries, and committed binaries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Splitting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client/connection.go held both PR 1 and PR 3 changes — staged via two-pass apply through /tmp.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client/config.go hooks belong to PR 3 only (no behaviour change when nil — safe).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Each commit builds clean and passes its own test target under -race.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Integration test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What already exists  ·  what we ran  ·  what was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gateway_test/  (system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TestGatewayConnectivity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TestGatewayFailover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TestConnectionReconnectAfterInitialFailure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TestConnectionReconnectAfterRuntimeFailure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TestS13Interface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BenchmarkGatewayThroughput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+ DRA / LogicApp / EIR simulators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client_test/  (component)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TestConnectionPool*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TestDRAPool*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TestClient*  CER / DWR / ECR  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TestAddressClient*  ✓  (intermittent flake on MultipleAddresses)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C7700"/>
                </a:solidFill>
              </a:rPr>
              <a:t>Removed broken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TestS13Performance — polled global counter to detect per-request completion; goroutines spin forever.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BenchmarkConnectionPool_Send/SendLarge — mock server resets under b.N load; all iterations fail.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What's missing for the new code (PR 6, deferred)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TestExactly8Connections — system-wide assertion that the manager builds &amp; holds 8 sockets.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TestSourceIPAndPortBinding — end-to-end LocalAddr pinning across all 4 DRAs.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TestKillConnection_Reconnect — kill at OS level, observe reconnect inside backoff bounds.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TestPortReclaimAfterDrop — verify quarantine releases the port after 2·MSL.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Where do I configure the gateway?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Single source of truth: config/config.yaml  ·  loaded by internal/config + Viper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Lookup order (highest priority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Environment variables prefixed DIAMGW_  (e.g. DIAMGW_SERVER_LISTENADDR=0.0.0.0:3868)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File passed to config.Load(path) — if non-empty, used directly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config.yaml found in:  ./  →  ./config/  →  /etc/diam-gw/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config.default.yaml in the same paths (fallback)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Hard-coded defaults in internal/config/config.go  setDefaults()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Files that exist in the repo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11064240" cy="128016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config/config.yaml          ← edit this for local runs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config/config.default.yaml  ← shipped defaults, do not edit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gateway/config.example.yaml ← annotated reference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internal/config/config.go   ← struct definitions + Validate()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How main.go consumes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cfg, _ := config.Load("")                    // cmd/gateway/main.go:30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gatewayConfig := createGatewayConfig(cfg)    // maps to gateway.GatewayConfig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gw, _ := gateway.NewGateway(gatewayConfig, log)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config.yaml — sections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Seven top-level keys; new connmanager fields land under draPool in PR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solidFill>
            <a:srgbClr val="F6F8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gateway:        # identity (originHost, originRealm, productName, vendorID)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originHost: diameter-gw.example.com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originRealm: example.com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server:         # inbound listener for Logic Apps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listenAddr: 0.0.0.0:3868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maxConnections: 1000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draPool:        # outbound DRAs — list and per-DRA timing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dras: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  - { name: DRA-1, host: 10.0.0.1, port: 3868, priority: 1, weight: 100 }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  - { name: DRA-2, host: 10.0.0.2, port: 3868, priority: 2, weight: 100 }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  reconnectInterval: 5s   maxReconnectDelay: 30s   reconnectBackoff: 1.5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client:         # outbound CER/DWR timing, AuthAppIDs (S6a/S13)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logging:        # level (debug/info/warn/error), format, centralized (Loki)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metrics:        # enabled, port, path  (Prometheus scrape target)</a:t>
            </a:r>
          </a:p>
          <a:p>
            <a:pPr algn="l"/>
            <a:r>
              <a:rPr sz="1100">
                <a:solidFill>
                  <a:srgbClr val="1E1E1E"/>
                </a:solidFill>
                <a:latin typeface="Consolas"/>
              </a:rPr>
              <a:t>governance:     # serviceName, subscriptions  (rest from env vars)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Override any field at runtime: DIAMGW_DRAPOOL_RECONNECTINTERVAL=10s ./gateway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Performance report — unit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All packages  ·  CGO_ENABLED=1 GOARCH=amd64 go test -race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474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71016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71016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7101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7101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81912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18488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pkg/portpool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18488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1848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61848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1.2s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29384"/>
            <a:ext cx="11064240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6596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pkg/connmanager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96596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1.0s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76856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13432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commands/* (5 pkgs)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13432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134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31343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~1s 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24328"/>
            <a:ext cx="11064240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6090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660904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6090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6090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4.8s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971800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008376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008376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00837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008376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18.3s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19272"/>
            <a:ext cx="11064240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355848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pkg/config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355848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35584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355848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1.0s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666744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7033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models_base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703320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70332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70332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1.0s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014216"/>
            <a:ext cx="11064240" cy="34747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050792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gateway_test (integ)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050792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05079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050792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44.8s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361688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39826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client_test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398264"/>
            <a:ext cx="1645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3982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3982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B2A4A"/>
                </a:solidFill>
              </a:rPr>
              <a:t>40.5s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Bugs fixed during this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212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• server/middleware.go: RateLimitMiddleware data race — added sync.Mutex around counter window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• server/middleware_integration_test.go: same unsynchronized counter in inline rate limiter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</a:rPr>
              <a:t>• server/middleware_test.go: TestConditional/CommandSpecific asserted flags set by CER — added reset after handshake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Performance report — throughput &amp;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client/connection_pool_performance_test.go  ·  5 conns × loopback mock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Throughput (pool.Send fire-and-forget)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223760" cy="30175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813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Throughput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64792"/>
            <a:ext cx="72237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Low/5  × 100B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83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7830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134K req/s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066544"/>
            <a:ext cx="722376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84832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Low/5  × 1KB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0848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8483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157K req/s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368296"/>
            <a:ext cx="72237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86584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Med/25 × 100B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38658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2500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38658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38658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332K req/s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70048"/>
            <a:ext cx="722376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88336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Med/25 × 1KB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68833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2500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68833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1762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688336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132K req/s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71800"/>
            <a:ext cx="72237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90088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Hi/50  × 100B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299008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9008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299008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265K req/s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73552"/>
            <a:ext cx="722376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9184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Hi/50  × 1KB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2918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2918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764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2918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234K req/s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49039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High failure rates expected — mock echo server resets under burst 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Latency (all SLAs met)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463040"/>
            <a:ext cx="3566160" cy="30175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14813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14813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14813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14813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14813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Max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764792"/>
            <a:ext cx="35661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1783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Steady/10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1783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1783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1783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1783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2066544"/>
            <a:ext cx="356616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208483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Steady/25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2084832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2084832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2084832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2084832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2368296"/>
            <a:ext cx="35661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238658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Steady/50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2386584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2386584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2386584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2386584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2670048"/>
            <a:ext cx="356616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2688336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Burst/50×100ms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2688336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2688336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0" y="2688336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2688336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2971800"/>
            <a:ext cx="35661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299008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Burst/100×200ms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0" y="299008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299008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98480" y="299008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299008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3749039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</a:rPr>
              <a:t>P95 &lt; 100ms  ·  P99 &lt; 200ms  ·  all sub-ms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Server performance (server/server_perf_test.go)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4572000"/>
            <a:ext cx="11064240" cy="30175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590288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4590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0" y="459028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4873752"/>
            <a:ext cx="11064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489204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MultipleInterfacesConcurrent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0" y="48920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3000 msgs, S13+S6a+Base, 30 conns, 0.7s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0" y="48920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5175504"/>
            <a:ext cx="1106424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5193792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Throughput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0" y="51937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1001 msgs, 0 errors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0" y="519379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5477256"/>
            <a:ext cx="11064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5495544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ConcurrentConnections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0" y="5495544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20 conns, 1020 msgs, 0 errors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549554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5779008"/>
            <a:ext cx="11064240" cy="301752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5797296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StatsAccuracy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14800" y="5797296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Byte-level accounting verified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01200" y="5797296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8640" y="6080760"/>
            <a:ext cx="110642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6099048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UnderLoad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0" y="609904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B2A4A"/>
                </a:solidFill>
              </a:rPr>
              <a:t>510 msgs sustained over 5.6s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0" y="60990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</a:rPr>
              <a:t>PASS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Performance report — marshal/unmarshal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commands/*  ·  go test -bench=. -benchmem  ·  selected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32918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527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ns/op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527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B/op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2527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allocs/op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63624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81912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CER Marshal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1,043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592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92808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11096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CER Unmarshal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110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110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110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21992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4028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CER Roundtrip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4028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1,471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24028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744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24028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51176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569464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DWR Marshal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56946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684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56946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440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56946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80360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98648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DWR Unmarshal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89864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89864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89864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09544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27832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ULR Marshal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227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1,541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27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864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227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538728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557016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ULR Unmarshal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55701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55701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55701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867912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88620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MICR Marshal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8862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1,902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8862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1048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8862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97096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215384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MICR Unmarshal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21538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614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21538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21538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526280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544568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AIR Marshal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454456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5,990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54456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784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54456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4855464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873752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AIR Roundtrip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4873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12,563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4873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936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4873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184648"/>
            <a:ext cx="11064240" cy="32918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202936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S6a InsertSubData 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520293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3,750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20293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2352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520293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58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5513832"/>
            <a:ext cx="11064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532120"/>
            <a:ext cx="4206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Cx MultimediaAuth 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553212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4,203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553212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2360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553212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B2A4A"/>
                </a:solidFill>
              </a:rPr>
              <a:t>83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08C99"/>
                </a:solidFill>
              </a:rPr>
              <a:t>Key takeaways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CER/DWR roundtrip &lt; 1.5 us — handshake overhead is negligible at DRA reconnect rates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MICR unmarshal 614 ns — S13 EIR forwarding path adds &lt; 1 us of codec overhead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555555"/>
                </a:solidFill>
              </a:rPr>
              <a:t>• AIR is the outlier at 12.5 us roundtrip — complex nested AVP structure (auth vectors)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PRs queued after PR 1–3 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</a:rPr>
              <a:t>PR 4  ·  Wire connmanager into cmd/gateway/main.go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Adds draPool.sourceIP / minPort / maxPort / interfaces[] to config.yaml. Runs alongside dra_pool.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</a:rPr>
              <a:t>PR 5  ·  Prometheus metrics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GetActiveConnectionCount, GetConnectionState, GetPortUsageStats, GetReconnectStats, GetAllMetrics.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</a:rPr>
              <a:t>PR 6  ·  Resiliency / system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TestExactly8Connections, TestSourceIPAndPortBinding, TestKillConnection_Reconnect, TestPortReclaimAfterDrop.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C7700"/>
                </a:solidFill>
              </a:rPr>
              <a:t>Known follow-ups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handleFailure spawns `go c.reconnect()` not tracked by c.wg — flaky race vs Close() in client_test perf suite.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0B2A4A"/>
                </a:solidFill>
              </a:rPr>
              <a:t>• Push 4 commits to origin/main (blocked on credential flow from prior session).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Where we are at end of PR 1–3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441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4416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TCP-only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no SCTP path remains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41148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6712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8 dedicated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6712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671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connmanager builds (DRA, iface)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7860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Source IP + port binding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7860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786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portpool + DRAConfig hooks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11064240" cy="41148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9008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Per-interface 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900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9008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AuthAppIDs pinned per slot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0156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Full-jitter reconnect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4015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0156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never gives up except ctx cancel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1304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Race fixes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81304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1304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watchdog + readloop + writer fan-out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2452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Metrics endpoint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2452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C7700"/>
                </a:solidFill>
              </a:rPr>
              <a:t>PR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2452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API design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Resiliency system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63600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C7700"/>
                </a:solidFill>
              </a:rPr>
              <a:t>PR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63600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spec written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4748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main.go wire-up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0474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C7700"/>
                </a:solidFill>
              </a:rPr>
              <a:t>PR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47488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B2A4A"/>
                </a:solidFill>
              </a:rPr>
              <a:t>alongside dra_pool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diam-gw  •  Telco Compliance Refactor  •  PR 1–3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CCDD"/>
                </a:solidFill>
              </a:rPr>
              <a:t>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83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client/  ·  pkg/portpool/  ·  pkg/connmanager/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CCDD"/>
                </a:solidFill>
              </a:rPr>
              <a:t>Tests: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pkg/portpool 11/11  ·  pkg/connmanager 5/5  ·  client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AACCDD"/>
                </a:solidFill>
              </a:rPr>
              <a:t>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docs/diam-gw-telco-refactor.pptx  (this deck)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